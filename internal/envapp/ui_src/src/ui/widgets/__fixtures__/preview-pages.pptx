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/Relationships>
</file>

<file path=ppt/slides/_rels/slide1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3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4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5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6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7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8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9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0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1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2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3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4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5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6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7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8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19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0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1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2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3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4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5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6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7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8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29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_rels/slide30.xml.rels><Relationships xmlns="http://schemas.openxmlformats.org/package/2006/relationships"><Relationship Id="external" Type="http://schemas.openxmlformats.org/officeDocument/2006/relationships/hyperlink" Target="https://example.invalid/pptx-preview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 中文预览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 中文预览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3 中文预览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4 中文预览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5 中文预览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6 中文预览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7 中文预览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8 中文预览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9 中文预览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10 中文预览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11 中文预览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12 中文预览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13 中文预览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14 中文预览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15 中文预览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16 中文预览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17 中文预览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18 中文预览</a:t>
            </a:r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19 中文预览</a:t>
            </a:r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20 中文预览</a:t>
            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21 中文预览</a:t>
            </a:r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22 中文预览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23 中文预览</a:t>
            </a:r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24 中文预览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25 中文预览</a:t>
            </a:r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26 中文预览</a:t>
            </a:r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27 中文预览</a:t>
            </a:r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28 中文预览</a:t>
            </a:r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29 中文预览</a:t>
            </a:r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hlinkClick r:id="external"/>
              </a:rPr>
              <a:t>Presentation page 30 中文预览</a:t>
            </a:r>
          </a:p>
        </p:txBody>
      </p:sp>
    </p:spTree>
  </p:cSld>
</p:sld>
</file>